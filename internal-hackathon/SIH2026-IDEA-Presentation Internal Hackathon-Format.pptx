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7CFA88-995A-4192-8720-BD890059DD22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Inetrnal Hackathon - SIH26  Idea submission @ VIT Bhopal University-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81305B-A0E3-40EE-9795-08A26922A8A4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Inetrnal Hackathon - SIH26  Idea submission @ VIT Bhopal University-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B13EAFC-EC90-44F8-8863-873BD760B258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Inetrnal Hackathon - SIH26  Idea submission @ VIT Bhopal University-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CFD4BF4-11AB-4FAD-B035-2085ACF3815E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Inetrnal Hackathon - SIH26  Idea submission @ VIT Bhopal University-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A900DA0-B66F-4AC8-A85D-EB0532DEDE4C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Inetrnal Hackathon - SIH26  Idea submission @ VIT Bhopal University-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3EB4AC3-3021-40F9-979C-7A7AEEC990E3}" type="datetime1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Inetrnal Hackathon - SIH26  Idea submission @ VIT Bhopal University-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75FD0B9-E9C9-4678-89EC-DB869BC021D0}" type="datetime1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Inetrnal Hackathon - SIH26  Idea submission @ VIT Bhopal University-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1409D7E-47FA-45F8-913D-12625750FD47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Inetrnal Hackathon - SIH26  Idea submission @ VIT Bhopal University-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6FB44AC-125B-4C5F-AB34-D22E7234F3B4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Inetrnal Hackathon - SIH26  Idea submission @ VIT Bhopal University-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F2F472-87F2-402D-81AB-299814378F63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Inetrnal Hackathon - SIH26  Idea submission @ VIT Bhopal University-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2D66A7-50D6-41DD-B547-9DFA67A5D3B0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Inetrnal Hackathon - SIH26  Idea submission @ VIT Bhopal University-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F17318B-DB00-4754-B647-E84DEDC79CA5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Inetrnal Hackathon - SIH26  Idea submission @ VIT Bhopal University-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419497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186704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VIT Bhopal University</a:t>
            </a:r>
            <a:b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INTERNAL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948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Inetrnal Hackathon - SIH26  Idea submission @ VIT Bhopal University-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Inetrnal Hackathon - SIH26  Idea submission @ VIT Bhopal University-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Inetrnal Hackathon - SIH26  Idea submission @ VIT Bhopal University-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Inetrnal Hackathon - SIH26  Idea submission @ VIT Bhopal University-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Inetrnal Hackathon - SIH26  Idea submission @ VIT Bhopal University-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Inetrnal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 Hackathon - SIH26  Idea submission @ VIT Bhopal University- Template</a:t>
            </a: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google form.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7496</TotalTime>
  <Words>374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MS PGothic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VIT Bhopal University INTERNAL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 aakash</cp:lastModifiedBy>
  <cp:revision>149</cp:revision>
  <dcterms:created xsi:type="dcterms:W3CDTF">2013-12-12T18:46:50Z</dcterms:created>
  <dcterms:modified xsi:type="dcterms:W3CDTF">2026-08-05T12:09:05Z</dcterms:modified>
  <cp:category/>
</cp:coreProperties>
</file>